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6AD4-621D-D0B2-CCC2-10589965C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1DBA9-EBC9-6B71-428D-2FC271981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D01B5-CBBD-E97A-4E40-D650AB1B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1CF9-4A76-3712-069E-19614C44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4468E-4E34-9048-C280-D5DC0FD4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3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1DA5-C6E8-1623-A2C3-8B170BBC2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2F664-E9FD-714B-1202-CF0EC38F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C0A59-2633-6348-F995-4546FC30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CD887-85EE-2F9A-9B3D-15F13D32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4AD51-5E8B-10CF-0BAD-15EAFFE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2B8C-77D6-A58C-DFE9-9DD8E009D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65482-9221-9F39-5CF6-1F0137F33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70295-C6B4-247C-1B76-E861E0D9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632B-3EA8-7149-615B-217D1447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1BA11-DD39-611D-2D6D-3E67118D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8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1128-4FCC-2BED-9092-C2778F04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2C72-F3D4-A32C-26BC-D7E26A2C3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938AA-FC44-0B97-455D-A69DC9D40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E21C-3A78-3C38-B65E-315FA7D7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79600-9B83-3AA3-C4AB-4DC47C5E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C0E2C-6CFB-E649-311D-0C55C7D4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6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CE48-2F7A-CB39-6B0D-EA29A03A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6D6CC-F4CB-E539-2900-11C6231FA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FBEF9-0673-3B39-4F12-ECEBB7D29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A4EFA-A0FC-0970-DF47-0ACB1DE15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6047B3-CC4A-535D-219B-C87E54840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0500A4-C074-AA79-56A7-69950F81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E12400-7C2F-2498-9512-BBE274C7C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B8FE80-DD75-CC5D-4E12-AA230041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9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9B4E-08B5-8E61-C161-F50B7ABB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7DB83-288C-03B5-AF7B-2E7810A6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CBBC9-7968-B898-C16D-B68AAD93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382EA-1160-53C4-D3E4-2C651180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0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8B760-5515-1E0F-9B19-680DAB13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FBB1D-54E7-007A-49F8-7BCB1482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F1C52-3CC6-4854-3760-17C161A8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7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596D-1991-42BE-9A0A-678ED55E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19EED-8CCD-F568-A97F-5436DB7D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AE065-087D-9E59-49B7-AC114426C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D1BEF-14E9-BA2B-FDAF-5DA884BF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AF135-99F7-23EF-D801-2890C083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A7B21-2CDC-A2C4-50D2-11CC2F22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8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FF64-A4CF-D550-AD4F-BA06C9B5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80BC5-2EEE-B850-453C-45F77A701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94E47-086B-1257-CFE5-26D2BC484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5692B-732C-7BEF-97FE-B4E5ADD30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8FB4C-B729-E1D0-50F6-3DB1789F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3199E-83F2-5FDB-645F-61513602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4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048A-3716-5A69-66B5-B2AE0BA3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E89CF-DD28-AB33-DF7E-C06C99B19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4EF5-8D06-D288-4D24-7E9F657C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8906-FE1D-0747-BB39-C7258FF0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04E7-50B4-1FF6-2980-3CCF88E3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95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81C55-3920-A855-7DA4-70B249859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5D907-90D7-CA3D-C960-36F14C670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F35FD-CCEE-5BED-F51E-243EBD11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D9205-5962-858D-1EF6-4F301DF3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1F773-DE3E-15A9-BE55-2DC22742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AB5CA-814D-5D56-3CF4-96B2BD00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1D404-6AB8-3A9C-FD40-269510958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9003-6904-9B57-96B6-4284CB177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AAAB6-F5D3-4BED-8B56-66092BAA8CF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165E9-EE39-4AB2-A59B-1B841D736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CB7E7-B517-43CD-8612-465B6AB4A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6FD65-D566-4782-BFA2-52133CA1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6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950F-7110-3E68-771D-E19A63F5A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472"/>
            <a:ext cx="9920748" cy="1179870"/>
          </a:xfrm>
        </p:spPr>
        <p:txBody>
          <a:bodyPr>
            <a:normAutofit fontScale="90000"/>
          </a:bodyPr>
          <a:lstStyle/>
          <a:p>
            <a:r>
              <a:rPr lang="en-US" dirty="0"/>
              <a:t>EDA &amp; Business Intelligence </a:t>
            </a:r>
            <a:r>
              <a:rPr lang="en-US" dirty="0" err="1"/>
              <a:t>DashboardIncome</a:t>
            </a:r>
            <a:r>
              <a:rPr lang="en-US" dirty="0"/>
              <a:t>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02946-0CF7-25AF-BC70-DC13DEA00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1999"/>
            <a:ext cx="9144000" cy="2020527"/>
          </a:xfrm>
        </p:spPr>
        <p:txBody>
          <a:bodyPr>
            <a:normAutofit/>
          </a:bodyPr>
          <a:lstStyle/>
          <a:p>
            <a:r>
              <a:rPr lang="en-US" dirty="0"/>
              <a:t>Total Records: 32,561High Income (&gt;50K): ~7,800Low Income (&lt;=50K): ~24,700</a:t>
            </a:r>
          </a:p>
          <a:p>
            <a:r>
              <a:rPr lang="en-US" dirty="0"/>
              <a:t>Key Insights:* Majority of people earn &lt;=50K                                                * Higher working hours link to higher income                                                * Education strongly impacts income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BD8E3-F055-5665-2992-97B1D4967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08" y="1445341"/>
            <a:ext cx="3894563" cy="2920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317F99-B57B-C549-E08B-7B9B042FA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057" y="1445340"/>
            <a:ext cx="3894564" cy="2920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5E8720-8FDD-AE43-4B1F-335D7400A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731" y="1431334"/>
            <a:ext cx="3913239" cy="29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7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EDA &amp; Business Intelligence DashboardIncome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2026-01-03T11:53:12Z</dcterms:created>
  <dcterms:modified xsi:type="dcterms:W3CDTF">2026-01-03T12:00:45Z</dcterms:modified>
</cp:coreProperties>
</file>